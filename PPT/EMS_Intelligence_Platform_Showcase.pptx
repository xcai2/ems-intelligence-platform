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EMS Competitive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FD9FF"/>
                </a:solidFill>
              </a:rPr>
              <a:t>An AI-Powered Research System for EMS Sector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Project Showcase  ·  Sponsoring Company: Flex Ltd  ·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10-Minute Presentation  |  Includes 3-Min Platform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9FF"/>
                </a:solidFill>
              </a:rPr>
              <a:t>What problem we solved — and 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EMS Competitive Intelligence Platform  ·  Flex Ltd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394960" cy="502920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THE 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Flex operates in a $200B+ EMS market with 5 major competitors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41448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centralized system to monitor competitor strategy or CapEx trends in real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99816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540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Analysts spend hours manually reading SEC filings, earnings calls, and news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58184"/>
            <a:ext cx="5486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1246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Hyperscaler AI investment signals — critical for EMS demand forecasting — scattered across 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188720"/>
            <a:ext cx="5989320" cy="502920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 unified AI-powered competitive intelligence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774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FD9FF"/>
                </a:solidFill>
              </a:rPr>
              <a:t>Companies tracked
(6 EMS + 5 Hyperscalers)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3774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FD9FF"/>
                </a:solidFill>
              </a:rPr>
              <a:t>Functional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3774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20+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FD9FF"/>
                </a:solidFill>
              </a:rPr>
              <a:t>Years of financial history
via SEC EDGAR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794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Data sources: SEC EDGAR · Real-time News · yfinance · Earnings Transcripts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251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📰 News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251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🧠 Analyst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636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💬 AI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636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🏢 Companies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0200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📈 AI Investments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0200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🗺️ Facilities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404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📅 Calendar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404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🗄️ Data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 Steps  —  Part 1: 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9FF"/>
                </a:solidFill>
              </a:rPr>
              <a:t>How we built the intelligence backbone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EMS Competitive Intelligence Platform  ·  Flex Ltd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566160" cy="5074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07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Data Ingestion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756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SEC EDGAR Company Facts API → 20+ years financial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17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News APIs → real-time competitor coverage across 11 companies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472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375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yfinance → market data &amp; fallback financials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330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233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Earnings call transcripts → automated ingestion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1188720"/>
            <a:ext cx="3566160" cy="5074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78808" y="132588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1307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Data Normalization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20756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19659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6 EMS companies × 6 different fiscal year endings → unified FY/Q labels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7614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26517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XBRL concept mapping: GAAP field names → standardized 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34472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33375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Cross-company CapEx comparison with apples-to-apples alignment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41330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5696" y="40233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ChromaDB vector store: SEC filings chunked for semantic search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8976" y="1188720"/>
            <a:ext cx="3566160" cy="5074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46136" y="132588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6" y="1307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Storage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37576" y="20756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4" y="19659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SQLite financial cache → sub-second queries, no LLM needed for numbers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7576" y="27614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4" y="26517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ChromaDB → document retrieval for qualitative filing analysis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7576" y="3447288"/>
            <a:ext cx="640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33375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F"/>
                </a:solidFill>
              </a:rPr>
              <a:t>JSON caches → news, analytics results, preset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 Steps  —  Part 2: AI &amp; Analytics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9FF"/>
                </a:solidFill>
              </a:rPr>
              <a:t>From raw data to actionable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EMS Competitive Intelligence Platform  ·  Flex Ltd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577840" cy="242316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🔍  RAG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10512"/>
            <a:ext cx="521208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9FF"/>
                </a:solidFill>
              </a:rPr>
              <a:t>Retrieval-Augmented Generation over SEC filings. Query → embedding → ChromaDB → LLM synthesis. Sources always cited; grounded in actual documents.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577840" cy="242316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⚡  Financial Cache Short-circuit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10512"/>
            <a:ext cx="521208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9FF"/>
                </a:solidFill>
              </a:rPr>
              <a:t>Numeric queries (CapEx, Revenue…) answered directly from SQLite. Bypasses LLM entirely → &lt;1 second response. Covers 11 companies × 3 statements × 20+ years.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840480"/>
            <a:ext cx="5577840" cy="242316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977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📊  Analytics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62272"/>
            <a:ext cx="521208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5720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9FF"/>
                </a:solidFill>
              </a:rPr>
              <a:t>Sentiment analysis on earnings transcripts. Statistical anomaly detection for CapEx outliers. AI strategy classifier. Geographic footprint scoring.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840480"/>
            <a:ext cx="5577840" cy="242316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977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🖥️  Next.js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462272"/>
            <a:ext cx="521208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5720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9FF"/>
                </a:solidFill>
              </a:rPr>
              <a:t>8 functional modules. Real-time streaming AI responses. Persistent session management. Structured table rendering. Dark / light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9FF"/>
                </a:solidFill>
              </a:rPr>
              <a:t>8 modules — see them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EMS Competitive Intelligence Platform  ·  Flex Ltd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075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📰  News Intelligence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Real-time competitor news, topic filtering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075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🧠  AI Analyst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Weekly themes, sentiment, executive summaries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532888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532888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06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💬  AI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0358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Natural language financial queries, table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532888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532888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🏢  Companies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358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Per-company deep dives: financials, CapEx, hiring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831336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831336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04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📈  Hyperscaler AI Investments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342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Big Tech CapEx trends &amp; YoY growth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31336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31336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044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🗺️  Global Facilities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342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Interactive globe of EMS manufacturing locations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129784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129784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2029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📅  Earnings &amp; Events Calendar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6327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Upcoming earnings, analyst events, key dates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129784"/>
            <a:ext cx="5577840" cy="1170432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5129784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2029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🗄️  Data Center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6327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Full SEC filing library, downloadable documents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6309360"/>
            <a:ext cx="57607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6309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▶  Next: 3-minute platform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[ PLATFORM DEMO VIDEO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</a:rPr>
              <a:t>Insert screen_recording.webm / final_output.mp4 here  —  ~3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9445752" cy="3200400"/>
          </a:xfrm>
          <a:prstGeom prst="rect">
            <a:avLst/>
          </a:prstGeom>
          <a:noFill/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Benefits to Flex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9FF"/>
                </a:solidFill>
              </a:rPr>
              <a:t>Efficiency · Intelligence Quality · Strategic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EMS Competitive Intelligence Platform  ·  Flex Ltd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657600" cy="502920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65760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⏱  Efficiency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02535"/>
            <a:ext cx="731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7451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Financial data retrieval: hours of manual reading  →  &lt;1 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79775"/>
            <a:ext cx="731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65175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Competitor monitoring: manual daily scan  →  automated, real-time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57015"/>
            <a:ext cx="731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42899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Earnings call analysis: 60-page transcript  →  AI summary in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7368" y="1188720"/>
            <a:ext cx="3657600" cy="502920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87368" y="118872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1207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📊  Intelligence Quality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2002535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87451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20+ years of CapEx history vs. 5 years from standard data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2779775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65175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Cross-company fiscal year normalization — apples-to-apples comparison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557015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42899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Statistical anomaly detection flags unusual strategic shifts early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6136" y="1188720"/>
            <a:ext cx="3657600" cy="502920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46136" y="1188720"/>
            <a:ext cx="36576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1207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🔭  Strategic Advantage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016" y="2002535"/>
            <a:ext cx="731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187451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Hyperscaler CapEx trends directly inform EMS demand forecasting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9016" y="2779775"/>
            <a:ext cx="731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265175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Real-time signals from 11 companies in one unified 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9016" y="3557015"/>
            <a:ext cx="731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42899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CFF"/>
                </a:solidFill>
              </a:rPr>
              <a:t>Platform is extensible — new companies &amp; data sources add easily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989320"/>
            <a:ext cx="11750040" cy="594360"/>
          </a:xfrm>
          <a:prstGeom prst="rect">
            <a:avLst/>
          </a:prstGeom>
          <a:solidFill>
            <a:srgbClr val="0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16752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FD9FF"/>
                </a:solidFill>
              </a:rPr>
              <a:t>"This platform gives Flex's research team institutional-grade competitive intelligence — built entirely on public data."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EMS Competitive Intelligence Platform  ·  Flex Ltd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What we built — in three lines: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92808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Built an end-to-end AI competitive intelligence platform in one quarter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59736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50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11 companies  ·  8 modules  ·  20+ years of data  ·  &lt;1 sec query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26664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169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Turns scattered public data into real-time, actionable insight for Flex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840480"/>
            <a:ext cx="5760720" cy="201168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977639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5262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We're happy to dive into any module,
data methodology, or design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